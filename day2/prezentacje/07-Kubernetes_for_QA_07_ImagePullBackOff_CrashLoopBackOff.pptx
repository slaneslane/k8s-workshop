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jpeg" ContentType="image/jpeg"/>
  <Override PartName="/ppt/media/image11.jpeg" ContentType="image/jpeg"/>
  <Override PartName="/ppt/media/image13.jpeg" ContentType="image/jpeg"/>
  <Override PartName="/ppt/media/image8.jpeg" ContentType="image/jpeg"/>
  <Override PartName="/ppt/media/image10.jpeg" ContentType="image/jpeg"/>
  <Override PartName="/ppt/media/image12.jpeg" ContentType="image/jpeg"/>
  <Override PartName="/ppt/media/image7.jpeg" ContentType="image/jpeg"/>
  <Override PartName="/ppt/media/image6.jpeg" ContentType="image/jpeg"/>
  <Override PartName="/ppt/media/image5.jpeg" ContentType="image/jpeg"/>
  <Override PartName="/ppt/media/image4.jpeg" ContentType="image/jpeg"/>
  <Override PartName="/ppt/media/image21.jpeg" ContentType="image/jpeg"/>
  <Override PartName="/ppt/media/image16.jpeg" ContentType="image/jpeg"/>
  <Override PartName="/ppt/media/image20.jpeg" ContentType="image/jpeg"/>
  <Override PartName="/ppt/media/image15.jpeg" ContentType="image/jpeg"/>
  <Override PartName="/ppt/media/image19.jpeg" ContentType="image/jpeg"/>
  <Override PartName="/ppt/media/image18.jpeg" ContentType="image/jpeg"/>
  <Override PartName="/ppt/media/image17.jpeg" ContentType="image/jpeg"/>
  <Override PartName="/ppt/media/image1.jpeg" ContentType="image/jpeg"/>
  <Override PartName="/ppt/media/image22.jpeg" ContentType="image/jpeg"/>
  <Override PartName="/ppt/media/image14.jpeg" ContentType="image/jpeg"/>
  <Override PartName="/ppt/media/image23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608177-1425-41A5-BE5E-A0DB408AB5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CE3042-BC0F-45C5-947A-DFCF6934F9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A6ECC9-5851-40A4-BFC9-F7CAF1D7D0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E2D82F-57DE-4808-B307-D48AED8C76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9966F8-D602-48C0-8E41-C3F66C3161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38DA23-1905-4F27-8E52-04385A0C56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C2C0B0-E379-4703-B61E-C6C1B0D700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B05F8F1-7555-43F6-8FBD-169D62B78A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2207FA-8D2F-46B9-A24A-9381FE5869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FF41D6-597E-4E45-94DE-FB3E5A1A71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D97A5E-8385-4718-AAD5-D2ABE1B7CE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E2946D-E8A2-43E1-9E0B-2EC2B831418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l-PL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l-PL" sz="1400" spc="-1" strike="noStrike">
                <a:latin typeface="Times New Roman"/>
              </a:rPr>
              <a:t>&lt;stopka&gt;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A23CF4-E35C-49DB-87BB-9AD6E738FC2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l-PL" sz="1400" spc="-1" strike="noStrike">
                <a:latin typeface="Times New Roman"/>
              </a:defRPr>
            </a:lvl1pPr>
          </a:lstStyle>
          <a:p>
            <a:r>
              <a:rPr b="0" lang="pl-PL" sz="1400" spc="-1" strike="noStrike">
                <a:latin typeface="Times New Roman"/>
              </a:rPr>
              <a:t>&lt;data/godzina&gt;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l-PL" sz="4400" spc="-1" strike="noStrike">
                <a:latin typeface="Arial"/>
              </a:rPr>
              <a:t>Kliknij, aby edytować format tekstu tytułu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latin typeface="Arial"/>
              </a:rPr>
              <a:t>Kliknij, aby edytować format tekstu konspektu</a:t>
            </a:r>
            <a:endParaRPr b="0" lang="pl-PL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latin typeface="Arial"/>
              </a:rPr>
              <a:t>Drugi poziom konspektu</a:t>
            </a:r>
            <a:endParaRPr b="0" lang="pl-PL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Arial"/>
              </a:rPr>
              <a:t>Trzeci poziom konspektu</a:t>
            </a:r>
            <a:endParaRPr b="0" lang="pl-PL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latin typeface="Arial"/>
              </a:rPr>
              <a:t>Czwarty poziom konspektu</a:t>
            </a:r>
            <a:endParaRPr b="0" lang="pl-PL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Piąty poziom konspektu</a:t>
            </a:r>
            <a:endParaRPr b="0" lang="pl-PL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Szósty poziom konspektu</a:t>
            </a:r>
            <a:endParaRPr b="0" lang="pl-PL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Siódmy poziom konspektu</a:t>
            </a:r>
            <a:endParaRPr b="0" lang="pl-PL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3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44" name="TextBox 4"/>
          <p:cNvSpPr/>
          <p:nvPr/>
        </p:nvSpPr>
        <p:spPr>
          <a:xfrm>
            <a:off x="914400" y="1417320"/>
            <a:ext cx="10331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900" spc="-1" strike="noStrike">
                <a:solidFill>
                  <a:srgbClr val="f6e540"/>
                </a:solidFill>
                <a:latin typeface="Arial"/>
                <a:ea typeface="DejaVu Sans"/>
              </a:rPr>
              <a:t>ImagePullBackOff i CrashLoopBackOff</a:t>
            </a:r>
            <a:endParaRPr b="0" lang="pl-PL" sz="39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1417320" y="2240280"/>
            <a:ext cx="94168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Najczęstsze problemy startu kontenerów w Kubernetes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46" name="Rounded Rectangle 6"/>
          <p:cNvSpPr/>
          <p:nvPr/>
        </p:nvSpPr>
        <p:spPr>
          <a:xfrm>
            <a:off x="2834640" y="3749040"/>
            <a:ext cx="6490800" cy="9586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describe pod &lt;pod&gt;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logs &lt;pod&gt; --previous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9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50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Cel modułu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1371600" y="1783080"/>
            <a:ext cx="9599760" cy="29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rozpoznać ImagePullBackOff i CrashLoopBackOff</a:t>
            </a:r>
            <a:endParaRPr b="0" lang="pl-PL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odczytać przyczynę z describe, eventów i logów</a:t>
            </a:r>
            <a:endParaRPr b="0" lang="pl-PL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naprawić najprostsze błędy przez kubectl edit</a:t>
            </a:r>
            <a:endParaRPr b="0" lang="pl-PL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obserwować zmiany przez watch</a:t>
            </a:r>
            <a:endParaRPr b="0" lang="pl-PL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przećwiczyć te same problemy w każdym zespole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53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54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55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Repo labowe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56" name="Rounded Rectangle 5"/>
          <p:cNvSpPr/>
          <p:nvPr/>
        </p:nvSpPr>
        <p:spPr>
          <a:xfrm>
            <a:off x="1097280" y="1600200"/>
            <a:ext cx="9965520" cy="32446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labs/07-imagepull-crashloop/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├── </a:t>
            </a: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00-namespace.yaml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├── </a:t>
            </a: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01-imagepull-typo/deployment.yaml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├── </a:t>
            </a: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02-imagepull-wrong-tag/deployment.yaml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├── </a:t>
            </a: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03-crashloop-exit-code/deployment.yaml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├── </a:t>
            </a: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04-crashloop-missing-config/deployment.yaml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└── </a:t>
            </a: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05-crashloop-bad-command/deployment.yaml</a:t>
            </a:r>
            <a:endParaRPr b="0" lang="pl-PL" sz="1900" spc="-1" strike="noStrike">
              <a:latin typeface="Arial"/>
            </a:endParaRPr>
          </a:p>
        </p:txBody>
      </p:sp>
      <p:sp>
        <p:nvSpPr>
          <p:cNvPr id="57" name="TextBox 6"/>
          <p:cNvSpPr/>
          <p:nvPr/>
        </p:nvSpPr>
        <p:spPr>
          <a:xfrm>
            <a:off x="1371600" y="5166360"/>
            <a:ext cx="94168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4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Każdy zespół dostaje dokładnie ten sam zestaw uszkodzonych manifestów.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59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60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61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Podgląd zmian na żywo: watch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62" name="Rounded Rectangle 5"/>
          <p:cNvSpPr/>
          <p:nvPr/>
        </p:nvSpPr>
        <p:spPr>
          <a:xfrm>
            <a:off x="540000" y="2011680"/>
            <a:ext cx="11158920" cy="8215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watch -n2 "kubectl get pods -n qa-troubleshooting -o wide"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63" name="TextBox 6"/>
          <p:cNvSpPr/>
          <p:nvPr/>
        </p:nvSpPr>
        <p:spPr>
          <a:xfrm>
            <a:off x="1828800" y="3337560"/>
            <a:ext cx="859392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odświeża widok co 2 sekundy</a:t>
            </a:r>
            <a:endParaRPr b="0" lang="pl-PL" sz="23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widać restart count, status i node</a:t>
            </a:r>
            <a:endParaRPr b="0" lang="pl-PL" sz="23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świetne podczas naprawiania Deploymentu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66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67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Workflow diagnostyczny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68" name="Rounded Rectangle 5"/>
          <p:cNvSpPr/>
          <p:nvPr/>
        </p:nvSpPr>
        <p:spPr>
          <a:xfrm>
            <a:off x="1051560" y="1600200"/>
            <a:ext cx="10056960" cy="32446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apply -f 00-namespace.yaml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config set-context --current --namespace=qa-troubleshooting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apply -f 01-imagepull-typo/deployment.yaml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pods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describe pod &lt;pod-name&gt;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logs &lt;pod-name&gt;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events --sort-by=.metadata.creationTimestamp</a:t>
            </a:r>
            <a:endParaRPr b="0" lang="pl-PL" sz="1900" spc="-1" strike="noStrike">
              <a:latin typeface="Arial"/>
            </a:endParaRPr>
          </a:p>
        </p:txBody>
      </p:sp>
      <p:sp>
        <p:nvSpPr>
          <p:cNvPr id="69" name="TextBox 6"/>
          <p:cNvSpPr/>
          <p:nvPr/>
        </p:nvSpPr>
        <p:spPr>
          <a:xfrm>
            <a:off x="1188720" y="5166360"/>
            <a:ext cx="97826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1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Najpierw diagnozujemy. Dopiero potem naprawiamy przez kubectl edit.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72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73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Naprawa przez kubectl edit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74" name="Rounded Rectangle 5"/>
          <p:cNvSpPr/>
          <p:nvPr/>
        </p:nvSpPr>
        <p:spPr>
          <a:xfrm>
            <a:off x="1143000" y="1645920"/>
            <a:ext cx="10015920" cy="23306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edit deployment &lt;nazwa-deploymentu&gt; -n qa-troubleshooting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# vim: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i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# poprawiamy fragment YAML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Esc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:wq</a:t>
            </a:r>
            <a:endParaRPr b="0" lang="pl-PL" sz="1900" spc="-1" strike="noStrike">
              <a:latin typeface="Arial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1463040" y="3977640"/>
            <a:ext cx="92340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6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endParaRPr b="0" lang="pl-PL" sz="23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Po zapisaniu Kubernetes tworzy nową wersję ReplicaSetu i próbuje uruchomić Poda ponownie.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78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79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ImagePullBackOff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80" name="Rounded Rectangle 5"/>
          <p:cNvSpPr/>
          <p:nvPr/>
        </p:nvSpPr>
        <p:spPr>
          <a:xfrm>
            <a:off x="914400" y="1828800"/>
            <a:ext cx="3016080" cy="73008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f7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ImagePullBackOff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4297680" y="1901880"/>
            <a:ext cx="67651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nie może pobrać obrazu kontenera.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1463040" y="2971800"/>
            <a:ext cx="932544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1000"/>
          </a:bodyPr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literówka w nazwie obrazu</a:t>
            </a:r>
            <a:endParaRPr b="0" lang="pl-PL" sz="23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nieistniejący tag</a:t>
            </a:r>
            <a:endParaRPr b="0" lang="pl-PL" sz="23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brak dostępu do prywatnego registry</a:t>
            </a:r>
            <a:endParaRPr b="0" lang="pl-PL" sz="23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problem sieciowy albo DNS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85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86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Lab 1: literówka w obrazie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87" name="Rounded Rectangle 5"/>
          <p:cNvSpPr/>
          <p:nvPr/>
        </p:nvSpPr>
        <p:spPr>
          <a:xfrm>
            <a:off x="1097280" y="1691640"/>
            <a:ext cx="9965520" cy="11872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apply -f 01-imagepull-typo/deployment.yaml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pods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describe pod &lt;pod-name&gt;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88" name="Rounded Rectangle 6"/>
          <p:cNvSpPr/>
          <p:nvPr/>
        </p:nvSpPr>
        <p:spPr>
          <a:xfrm>
            <a:off x="1828800" y="3429000"/>
            <a:ext cx="8502480" cy="12502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containers: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- name: web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</a:t>
            </a: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image: ngnix:1.27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89" name="TextBox 7"/>
          <p:cNvSpPr/>
          <p:nvPr/>
        </p:nvSpPr>
        <p:spPr>
          <a:xfrm>
            <a:off x="1280160" y="4983480"/>
            <a:ext cx="9599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Zadanie: znaleźć przyczynę i poprawić Deployment.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92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93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Rozwiązanie labu 1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94" name="Rounded Rectangle 5"/>
          <p:cNvSpPr/>
          <p:nvPr/>
        </p:nvSpPr>
        <p:spPr>
          <a:xfrm>
            <a:off x="1005840" y="1600200"/>
            <a:ext cx="10148400" cy="114156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edit deployment imagepull-typo -n qa-troubleshooting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# vim: poprawiamy YAML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:wq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1143000" y="306324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Problem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96" name="TextBox 7"/>
          <p:cNvSpPr/>
          <p:nvPr/>
        </p:nvSpPr>
        <p:spPr>
          <a:xfrm>
            <a:off x="6309360" y="306324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Poprawka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97" name="Rounded Rectangle 8"/>
          <p:cNvSpPr/>
          <p:nvPr/>
        </p:nvSpPr>
        <p:spPr>
          <a:xfrm>
            <a:off x="868680" y="3611880"/>
            <a:ext cx="4662000" cy="10501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image: ngnix:1.27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98" name="Rounded Rectangle 9"/>
          <p:cNvSpPr/>
          <p:nvPr/>
        </p:nvSpPr>
        <p:spPr>
          <a:xfrm>
            <a:off x="6537960" y="3611880"/>
            <a:ext cx="4662000" cy="10501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image: nginx:1.27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99" name="Rounded Rectangle 10"/>
          <p:cNvSpPr/>
          <p:nvPr/>
        </p:nvSpPr>
        <p:spPr>
          <a:xfrm>
            <a:off x="1517400" y="5166360"/>
            <a:ext cx="9101520" cy="5929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watch -n2 "kubectl get pods -n qa-troubleshooting -o wide"</a:t>
            </a:r>
            <a:endParaRPr b="0" lang="pl-PL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02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103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Lab 2: nieistniejący tag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04" name="Rounded Rectangle 5"/>
          <p:cNvSpPr/>
          <p:nvPr/>
        </p:nvSpPr>
        <p:spPr>
          <a:xfrm>
            <a:off x="1097280" y="1691640"/>
            <a:ext cx="9965520" cy="11872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apply -f 02-imagepull-wrong-tag/deployment.yaml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pods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describe pod &lt;pod-name&gt;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05" name="Rounded Rectangle 6"/>
          <p:cNvSpPr/>
          <p:nvPr/>
        </p:nvSpPr>
        <p:spPr>
          <a:xfrm>
            <a:off x="1828800" y="3429000"/>
            <a:ext cx="8502480" cy="10501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containers: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- name: web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</a:t>
            </a: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image: nginx:not-existing-tag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06" name="TextBox 7"/>
          <p:cNvSpPr/>
          <p:nvPr/>
        </p:nvSpPr>
        <p:spPr>
          <a:xfrm>
            <a:off x="1280160" y="4983480"/>
            <a:ext cx="9599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Zadanie: znaleźć przyczynę i poprawić Deployment.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09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110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Rozwiązanie labu 2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11" name="Rounded Rectangle 5"/>
          <p:cNvSpPr/>
          <p:nvPr/>
        </p:nvSpPr>
        <p:spPr>
          <a:xfrm>
            <a:off x="900000" y="1600200"/>
            <a:ext cx="10439280" cy="114156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edit deployment imagepull-wrong-tag -n qa-troubleshooting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# vim: poprawiamy YAML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:wq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1143000" y="306324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Problem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6309360" y="306324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Poprawka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14" name="Rounded Rectangle 8"/>
          <p:cNvSpPr/>
          <p:nvPr/>
        </p:nvSpPr>
        <p:spPr>
          <a:xfrm>
            <a:off x="868680" y="3611880"/>
            <a:ext cx="4662000" cy="10501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image: nginx:not-existing-tag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15" name="Rounded Rectangle 9"/>
          <p:cNvSpPr/>
          <p:nvPr/>
        </p:nvSpPr>
        <p:spPr>
          <a:xfrm>
            <a:off x="6537960" y="3611880"/>
            <a:ext cx="4662000" cy="10501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image: nginx:1.27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16" name="Rounded Rectangle 10"/>
          <p:cNvSpPr/>
          <p:nvPr/>
        </p:nvSpPr>
        <p:spPr>
          <a:xfrm>
            <a:off x="2057400" y="5166360"/>
            <a:ext cx="8045280" cy="5929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pods -n qa-troubleshooting</a:t>
            </a:r>
            <a:endParaRPr b="0" lang="pl-PL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19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Gdzie widać przyczynę?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21" name="Rounded Rectangle 5"/>
          <p:cNvSpPr/>
          <p:nvPr/>
        </p:nvSpPr>
        <p:spPr>
          <a:xfrm>
            <a:off x="1097280" y="1691640"/>
            <a:ext cx="9965520" cy="191880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describe pod &lt;pod-name&gt;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Events: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Warning  Failed  Failed to pull image "ngnix:1.27"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Warning  Failed  Error: ErrImagePull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Normal   BackOff Back-off pulling image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22" name="TextBox 6"/>
          <p:cNvSpPr/>
          <p:nvPr/>
        </p:nvSpPr>
        <p:spPr>
          <a:xfrm>
            <a:off x="1188720" y="4160520"/>
            <a:ext cx="97826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0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Przy ImagePullBackOff najważniejsze informacje są zwykle w sekcji Events.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25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126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CrashLoopBackOff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27" name="Rounded Rectangle 5"/>
          <p:cNvSpPr/>
          <p:nvPr/>
        </p:nvSpPr>
        <p:spPr>
          <a:xfrm>
            <a:off x="914400" y="1828800"/>
            <a:ext cx="3016080" cy="73008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f7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CrashLoopBackOff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28" name="TextBox 6"/>
          <p:cNvSpPr/>
          <p:nvPr/>
        </p:nvSpPr>
        <p:spPr>
          <a:xfrm>
            <a:off x="4297680" y="1901880"/>
            <a:ext cx="67651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2000"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Kontener startuje, kończy się błędem i Kubernetes próbuje ponownie.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29" name="TextBox 7"/>
          <p:cNvSpPr/>
          <p:nvPr/>
        </p:nvSpPr>
        <p:spPr>
          <a:xfrm>
            <a:off x="1463040" y="2971800"/>
            <a:ext cx="932544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1000"/>
          </a:bodyPr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błąd aplikacji podczas startu</a:t>
            </a:r>
            <a:endParaRPr b="0" lang="pl-PL" sz="23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brak wymaganej konfiguracji</a:t>
            </a:r>
            <a:endParaRPr b="0" lang="pl-PL" sz="23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zła komenda startowa</a:t>
            </a:r>
            <a:endParaRPr b="0" lang="pl-PL" sz="23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proces główny kończy działanie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32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133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Lab 3: aplikacja kończy się błędem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34" name="Rounded Rectangle 5"/>
          <p:cNvSpPr/>
          <p:nvPr/>
        </p:nvSpPr>
        <p:spPr>
          <a:xfrm>
            <a:off x="1097280" y="1600200"/>
            <a:ext cx="9965520" cy="14158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apply -f 03-crashloop-exit-code/deployment.yaml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pods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logs &lt;pod-name&gt;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logs &lt;pod-name&gt; --previous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35" name="Rounded Rectangle 6"/>
          <p:cNvSpPr/>
          <p:nvPr/>
        </p:nvSpPr>
        <p:spPr>
          <a:xfrm>
            <a:off x="1620000" y="3429000"/>
            <a:ext cx="8998920" cy="10958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echo "Fatal error: application exited with code 1"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exit 1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36" name="TextBox 7"/>
          <p:cNvSpPr/>
          <p:nvPr/>
        </p:nvSpPr>
        <p:spPr>
          <a:xfrm>
            <a:off x="1280160" y="4983480"/>
            <a:ext cx="9599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Zadanie: znaleźć przyczynę i poprawić Deployment.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39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140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Rozwiązanie labu 3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41" name="Rounded Rectangle 5"/>
          <p:cNvSpPr/>
          <p:nvPr/>
        </p:nvSpPr>
        <p:spPr>
          <a:xfrm>
            <a:off x="1005840" y="1600200"/>
            <a:ext cx="10333080" cy="114156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edit deployment crashloop-exit-code -n qa-troubleshooting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# vim: poprawiamy YAML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:wq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42" name="TextBox 6"/>
          <p:cNvSpPr/>
          <p:nvPr/>
        </p:nvSpPr>
        <p:spPr>
          <a:xfrm>
            <a:off x="1143000" y="306324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Problem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43" name="TextBox 7"/>
          <p:cNvSpPr/>
          <p:nvPr/>
        </p:nvSpPr>
        <p:spPr>
          <a:xfrm>
            <a:off x="6309360" y="306324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Poprawka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44" name="Rounded Rectangle 8"/>
          <p:cNvSpPr/>
          <p:nvPr/>
        </p:nvSpPr>
        <p:spPr>
          <a:xfrm>
            <a:off x="868680" y="3611880"/>
            <a:ext cx="4662000" cy="10501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exit 1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45" name="Rounded Rectangle 9"/>
          <p:cNvSpPr/>
          <p:nvPr/>
        </p:nvSpPr>
        <p:spPr>
          <a:xfrm>
            <a:off x="6537960" y="3611880"/>
            <a:ext cx="4662000" cy="14270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while true; do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echo "Application running..."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sleep 10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done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46" name="Rounded Rectangle 10"/>
          <p:cNvSpPr/>
          <p:nvPr/>
        </p:nvSpPr>
        <p:spPr>
          <a:xfrm>
            <a:off x="1080000" y="5166360"/>
            <a:ext cx="9898920" cy="5929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logs deployment/crashloop-exit-code -n qa-troubleshooting</a:t>
            </a:r>
            <a:endParaRPr b="0" lang="pl-PL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49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150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Dlaczego --previous?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51" name="Rounded Rectangle 5"/>
          <p:cNvSpPr/>
          <p:nvPr/>
        </p:nvSpPr>
        <p:spPr>
          <a:xfrm>
            <a:off x="1097280" y="1828800"/>
            <a:ext cx="9965520" cy="8672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7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logs &lt;pod-name&gt; --previous</a:t>
            </a:r>
            <a:endParaRPr b="0" lang="pl-PL" sz="2700" spc="-1" strike="noStrike">
              <a:latin typeface="Arial"/>
            </a:endParaRPr>
          </a:p>
        </p:txBody>
      </p:sp>
      <p:sp>
        <p:nvSpPr>
          <p:cNvPr id="152" name="TextBox 6"/>
          <p:cNvSpPr/>
          <p:nvPr/>
        </p:nvSpPr>
        <p:spPr>
          <a:xfrm>
            <a:off x="1280160" y="3246120"/>
            <a:ext cx="95997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6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Jeśli kontener restartuje się szybko, aktualne logi mogą nie pokazać błędu.</a:t>
            </a:r>
            <a:endParaRPr b="0" lang="pl-PL" sz="23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--previous pokazuje logi poprzedniej próby uruchomienia.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55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156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Lab 4: brak konfiguracji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57" name="Rounded Rectangle 5"/>
          <p:cNvSpPr/>
          <p:nvPr/>
        </p:nvSpPr>
        <p:spPr>
          <a:xfrm>
            <a:off x="720000" y="1600200"/>
            <a:ext cx="10798920" cy="14158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apply -f 04-crashloop-missing-config/deployment.yaml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pods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logs &lt;pod-name&gt;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describe pod &lt;pod-name&gt;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58" name="Rounded Rectangle 6"/>
          <p:cNvSpPr/>
          <p:nvPr/>
        </p:nvSpPr>
        <p:spPr>
          <a:xfrm>
            <a:off x="1508760" y="3383280"/>
            <a:ext cx="9142560" cy="14158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if [ -z "$APP_MODE" ]; then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echo "ERROR: APP_MODE is missing"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exit 1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fi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59" name="TextBox 7"/>
          <p:cNvSpPr/>
          <p:nvPr/>
        </p:nvSpPr>
        <p:spPr>
          <a:xfrm>
            <a:off x="1280160" y="5257800"/>
            <a:ext cx="9599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Zadanie: ustalić, jakiej konfiguracji brakuje.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62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163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Rozwiązanie labu 4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64" name="Rounded Rectangle 5"/>
          <p:cNvSpPr/>
          <p:nvPr/>
        </p:nvSpPr>
        <p:spPr>
          <a:xfrm>
            <a:off x="720000" y="1691640"/>
            <a:ext cx="10618920" cy="114156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create configmap app-config -n qa-troubleshooting \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--from-literal=APP_MODE=qa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65" name="TextBox 6"/>
          <p:cNvSpPr/>
          <p:nvPr/>
        </p:nvSpPr>
        <p:spPr>
          <a:xfrm>
            <a:off x="1280160" y="3154680"/>
            <a:ext cx="95997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4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Tu problemem nie jest obraz ani komenda startowa, tylko brak konfiguracji oczekiwanej przez aplikację.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66" name="Rounded Rectangle 7"/>
          <p:cNvSpPr/>
          <p:nvPr/>
        </p:nvSpPr>
        <p:spPr>
          <a:xfrm>
            <a:off x="1800000" y="4626000"/>
            <a:ext cx="8741520" cy="5929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watch -n2 "kubectl get pods -n qa-troubleshooting -o wide"</a:t>
            </a:r>
            <a:endParaRPr b="0" lang="pl-PL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68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69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170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Lab 5: zła komenda startowa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71" name="Rounded Rectangle 5"/>
          <p:cNvSpPr/>
          <p:nvPr/>
        </p:nvSpPr>
        <p:spPr>
          <a:xfrm>
            <a:off x="1097280" y="1600200"/>
            <a:ext cx="9965520" cy="14158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apply -f 05-crashloop-bad-command/deployment.yaml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pods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logs &lt;pod-name&gt;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logs &lt;pod-name&gt; --previous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72" name="Rounded Rectangle 6"/>
          <p:cNvSpPr/>
          <p:nvPr/>
        </p:nvSpPr>
        <p:spPr>
          <a:xfrm>
            <a:off x="1828800" y="3429000"/>
            <a:ext cx="8502480" cy="10501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/app/start.sh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73" name="TextBox 7"/>
          <p:cNvSpPr/>
          <p:nvPr/>
        </p:nvSpPr>
        <p:spPr>
          <a:xfrm>
            <a:off x="1280160" y="4983480"/>
            <a:ext cx="9599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Zadanie: znaleźć błąd startu aplikacji.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75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76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177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Rozwiązanie labu 5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78" name="Rounded Rectangle 5"/>
          <p:cNvSpPr/>
          <p:nvPr/>
        </p:nvSpPr>
        <p:spPr>
          <a:xfrm>
            <a:off x="720000" y="1440000"/>
            <a:ext cx="10798920" cy="14389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edit deployment crashloop-bad-command -n qa-troubleshooting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# vim: poprawiamy YAML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:wq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79" name="TextBox 6"/>
          <p:cNvSpPr/>
          <p:nvPr/>
        </p:nvSpPr>
        <p:spPr>
          <a:xfrm>
            <a:off x="1143000" y="306324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Problem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80" name="TextBox 7"/>
          <p:cNvSpPr/>
          <p:nvPr/>
        </p:nvSpPr>
        <p:spPr>
          <a:xfrm>
            <a:off x="6309360" y="306324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Poprawka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81" name="Rounded Rectangle 8"/>
          <p:cNvSpPr/>
          <p:nvPr/>
        </p:nvSpPr>
        <p:spPr>
          <a:xfrm>
            <a:off x="868680" y="3611880"/>
            <a:ext cx="4662000" cy="10501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/app/start.sh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82" name="Rounded Rectangle 9"/>
          <p:cNvSpPr/>
          <p:nvPr/>
        </p:nvSpPr>
        <p:spPr>
          <a:xfrm>
            <a:off x="6537960" y="3611880"/>
            <a:ext cx="4662000" cy="14270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while true; do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echo "Application running..."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sleep 10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done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83" name="Rounded Rectangle 10"/>
          <p:cNvSpPr/>
          <p:nvPr/>
        </p:nvSpPr>
        <p:spPr>
          <a:xfrm>
            <a:off x="1080000" y="5220000"/>
            <a:ext cx="10078920" cy="5929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logs deployment/crashloop-bad-command -n qa-troubleshooting</a:t>
            </a:r>
            <a:endParaRPr b="0" lang="pl-PL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86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187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Checklista diagnostyczna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88" name="Rounded Rectangle 5"/>
          <p:cNvSpPr/>
          <p:nvPr/>
        </p:nvSpPr>
        <p:spPr>
          <a:xfrm>
            <a:off x="540000" y="1645920"/>
            <a:ext cx="11158920" cy="29246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pods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describe pod &lt;pod-name&gt;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logs &lt;pod-name&gt;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logs &lt;pod-name&gt; --previous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events --sort-by=.metadata.creationTimestamp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edit deployment &lt;deployment-name&gt; -n qa-troubleshooting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89" name="TextBox 6"/>
          <p:cNvSpPr/>
          <p:nvPr/>
        </p:nvSpPr>
        <p:spPr>
          <a:xfrm>
            <a:off x="1280160" y="4983480"/>
            <a:ext cx="95997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Ta checklista wystarcza do rozwiązania większości problemów z tego modułu.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92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193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Sprzątanie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94" name="Rounded Rectangle 5"/>
          <p:cNvSpPr/>
          <p:nvPr/>
        </p:nvSpPr>
        <p:spPr>
          <a:xfrm>
            <a:off x="1440000" y="2148840"/>
            <a:ext cx="9718920" cy="10958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delete namespace qa-troubleshooting</a:t>
            </a:r>
            <a:endParaRPr b="0" lang="pl-PL" sz="2800" spc="-1" strike="noStrike">
              <a:latin typeface="Arial"/>
            </a:endParaRPr>
          </a:p>
        </p:txBody>
      </p:sp>
      <p:sp>
        <p:nvSpPr>
          <p:cNvPr id="195" name="TextBox 6"/>
          <p:cNvSpPr/>
          <p:nvPr/>
        </p:nvSpPr>
        <p:spPr>
          <a:xfrm>
            <a:off x="1280160" y="3886200"/>
            <a:ext cx="9599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9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Usunięcie namespace usuwa wszystkie obiekty utworzone w tym module.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/>
          <p:nvPr/>
        </p:nvSpPr>
        <p:spPr>
          <a:xfrm>
            <a:off x="411480" y="1645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9738360" y="164520"/>
            <a:ext cx="2055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98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2880" cy="272880"/>
          </a:xfrm>
          <a:prstGeom prst="rect">
            <a:avLst/>
          </a:prstGeom>
          <a:ln w="0">
            <a:noFill/>
          </a:ln>
        </p:spPr>
      </p:pic>
      <p:sp>
        <p:nvSpPr>
          <p:cNvPr id="199" name="TextBox 4"/>
          <p:cNvSpPr/>
          <p:nvPr/>
        </p:nvSpPr>
        <p:spPr>
          <a:xfrm>
            <a:off x="777240" y="777240"/>
            <a:ext cx="1069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Do zapamiętania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200" name="Rounded Rectangle 5"/>
          <p:cNvSpPr/>
          <p:nvPr/>
        </p:nvSpPr>
        <p:spPr>
          <a:xfrm>
            <a:off x="1005840" y="1828800"/>
            <a:ext cx="2924640" cy="73008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f7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DejaVu Sans"/>
              </a:rPr>
              <a:t>ImagePullBackOff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201" name="TextBox 6"/>
          <p:cNvSpPr/>
          <p:nvPr/>
        </p:nvSpPr>
        <p:spPr>
          <a:xfrm>
            <a:off x="4297680" y="1965960"/>
            <a:ext cx="66736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problem z pobraniem obrazu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202" name="Rounded Rectangle 7"/>
          <p:cNvSpPr/>
          <p:nvPr/>
        </p:nvSpPr>
        <p:spPr>
          <a:xfrm>
            <a:off x="1005840" y="2971800"/>
            <a:ext cx="2924640" cy="73008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f7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DejaVu Sans"/>
              </a:rPr>
              <a:t>CrashLoopBackOff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203" name="TextBox 8"/>
          <p:cNvSpPr/>
          <p:nvPr/>
        </p:nvSpPr>
        <p:spPr>
          <a:xfrm>
            <a:off x="4297680" y="3108960"/>
            <a:ext cx="66736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kontener startuje i kończy się błędem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204" name="TextBox 9"/>
          <p:cNvSpPr/>
          <p:nvPr/>
        </p:nvSpPr>
        <p:spPr>
          <a:xfrm>
            <a:off x="1280160" y="4892040"/>
            <a:ext cx="95997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Najpierw describe i eventy. Potem logi. Dopiero później poprawka.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2026-06-09T22:47:18Z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