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11.jpeg" ContentType="image/jpeg"/>
  <Override PartName="/ppt/media/image7.jpeg" ContentType="image/jpeg"/>
  <Override PartName="/ppt/media/image12.jpeg" ContentType="image/jpeg"/>
  <Override PartName="/ppt/media/image8.jpeg" ContentType="image/jpeg"/>
  <Override PartName="/ppt/media/image9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089E0E-CD42-4B1F-B69F-858A3FB7E2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542B33-248F-4B6C-A811-6BFC881162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B3B874-EBE7-43BD-9413-9CED4A5F00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686000-957F-4940-A2A9-ABF1510A87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762864-F7B0-4F6A-8DA8-9BF6CD8484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897FA9-5CDC-4192-9F72-1BFE36ADCE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60B493-810C-4A8E-B951-95C3E2AF4B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A91999-A2A6-49F3-875D-7AC0CA0A72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9915BF-D74A-4796-AB3D-487D2A0C1A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A82D8D-CD37-4916-8C61-93BBB9AEB8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9C820B-1596-4211-B0EC-F3A4BB378A7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5C4826-D303-480E-9E9B-A5DA6EC6B05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&lt;data/godzina&gt;</a:t>
            </a:r>
            <a:endParaRPr b="0" lang="pl-PL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l-PL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l-PL" sz="1400" spc="-1" strike="noStrike">
                <a:latin typeface="Times New Roman"/>
              </a:rPr>
              <a:t>&lt;stopka&gt;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968AC8-0A00-479E-97BC-2BAAB6EEEEE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Kliknij, aby edytować format tekstu tytułu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Drugi poziom konspektu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Trzeci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Czwarty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Piąty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Szósty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Siódmy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3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4" name="TextBox 4"/>
          <p:cNvSpPr/>
          <p:nvPr/>
        </p:nvSpPr>
        <p:spPr>
          <a:xfrm>
            <a:off x="914400" y="1417320"/>
            <a:ext cx="10332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4200" spc="-1" strike="noStrike">
                <a:solidFill>
                  <a:srgbClr val="f6e540"/>
                </a:solidFill>
                <a:latin typeface="Arial"/>
              </a:rPr>
              <a:t>Narzędzia wspierające pracę</a:t>
            </a:r>
            <a:endParaRPr b="0" lang="pl-PL" sz="42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1463040" y="2240280"/>
            <a:ext cx="9235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</a:rPr>
              <a:t>k9s • kubens • kubectx</a:t>
            </a:r>
            <a:endParaRPr b="0" lang="pl-PL" sz="2800" spc="-1" strike="noStrike">
              <a:latin typeface="Arial"/>
            </a:endParaRPr>
          </a:p>
        </p:txBody>
      </p:sp>
      <p:sp>
        <p:nvSpPr>
          <p:cNvPr id="46" name="Rounded Rectangle 6"/>
          <p:cNvSpPr/>
          <p:nvPr/>
        </p:nvSpPr>
        <p:spPr>
          <a:xfrm>
            <a:off x="2926080" y="3749040"/>
            <a:ext cx="6309000" cy="8683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Courier New"/>
              </a:rPr>
              <a:t>k9s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Courier New"/>
              </a:rPr>
              <a:t>kubens qa-demo</a:t>
            </a:r>
            <a:endParaRPr b="0" lang="pl-PL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0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Cel modułu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1463040" y="1828800"/>
            <a:ext cx="950940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szybciej poruszać się po zasobach Kubernetes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oglądać logi, eventy i szczegóły Poda bez długich komend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przełączać domyślny namespace przez kubens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wiedzieć, do czego służy kubectx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nie zastępować rozumienia kubectl narzędziami GUI/TUI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3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54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5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Po co te narzędzia?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6" name="Rounded Rectangle 5"/>
          <p:cNvSpPr/>
          <p:nvPr/>
        </p:nvSpPr>
        <p:spPr>
          <a:xfrm>
            <a:off x="1097280" y="1874520"/>
            <a:ext cx="2925720" cy="9140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kubectl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źródło prawdy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57" name="Rounded Rectangle 6"/>
          <p:cNvSpPr/>
          <p:nvPr/>
        </p:nvSpPr>
        <p:spPr>
          <a:xfrm>
            <a:off x="4617720" y="1874520"/>
            <a:ext cx="2925720" cy="9140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k9s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szybki podgląd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58" name="Rounded Rectangle 7"/>
          <p:cNvSpPr/>
          <p:nvPr/>
        </p:nvSpPr>
        <p:spPr>
          <a:xfrm>
            <a:off x="8138160" y="1874520"/>
            <a:ext cx="2925720" cy="9140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kubens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namespace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59" name="TextBox 8"/>
          <p:cNvSpPr/>
          <p:nvPr/>
        </p:nvSpPr>
        <p:spPr>
          <a:xfrm>
            <a:off x="1280160" y="3703320"/>
            <a:ext cx="9600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Narzędzia przyspieszają pracę, ale diagnozę nadal opieramy na tych samych faktach: status, describe, logi i eventy.</a:t>
            </a:r>
            <a:endParaRPr b="0" lang="pl-PL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61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62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63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k9s — terminalowy podgląd klastra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64" name="Rounded Rectangle 5"/>
          <p:cNvSpPr/>
          <p:nvPr/>
        </p:nvSpPr>
        <p:spPr>
          <a:xfrm>
            <a:off x="1097280" y="1783080"/>
            <a:ext cx="9966600" cy="6854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3000" spc="-1" strike="noStrike">
                <a:solidFill>
                  <a:srgbClr val="ffffff"/>
                </a:solidFill>
                <a:latin typeface="Courier New"/>
              </a:rPr>
              <a:t>k9s</a:t>
            </a:r>
            <a:endParaRPr b="0" lang="pl-PL" sz="3000" spc="-1" strike="noStrike">
              <a:latin typeface="Arial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1645920" y="2971800"/>
            <a:ext cx="88693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8000"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lista Podów, Deploymentów, Service i innych zasobów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szybki podgląd logów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describe i eventy bez przepisywania komend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usuwanie Poda i obserwacja self-healing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68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69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k9s — co pokazujemy w demo?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1280160" y="1691640"/>
            <a:ext cx="96008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wybór namespace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podgląd Podów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logi aplikacji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describe Poda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eventy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usunięcie Poda i obserwacja nowego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1280160" y="5120640"/>
            <a:ext cx="9600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To samo, co robiliśmy przez kubectl — tylko szybciej.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4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75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k9s — przydatne skróty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76" name="Rounded Rectangle 5"/>
          <p:cNvSpPr/>
          <p:nvPr/>
        </p:nvSpPr>
        <p:spPr>
          <a:xfrm>
            <a:off x="1143000" y="1600200"/>
            <a:ext cx="9875160" cy="32000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:pods        # przejście do Podów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:deploy      # deploymenty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:svc         # service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:ns          # namespace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l            # logi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d            # describe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Ctrl+d       # delete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q            # wyjście / cofnięcie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1371600" y="5166360"/>
            <a:ext cx="941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5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Skróty mogą się różnić między wersjami, ale zasada pracy pozostaje taka sama.</a:t>
            </a:r>
            <a:endParaRPr b="0" lang="pl-PL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80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81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kubens — przełączanie namespace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82" name="Rounded Rectangle 5"/>
          <p:cNvSpPr/>
          <p:nvPr/>
        </p:nvSpPr>
        <p:spPr>
          <a:xfrm>
            <a:off x="1097280" y="1828800"/>
            <a:ext cx="9966600" cy="249120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Courier New"/>
              </a:rPr>
              <a:t>kubens qa-blue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Courier New"/>
              </a:rPr>
              <a:t>kubens qa-green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1288440" y="4637160"/>
            <a:ext cx="9600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6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kubens ustawia domyślny namespace w aktualnym kontekście.</a:t>
            </a:r>
            <a:endParaRPr b="0" lang="pl-PL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Dzięki temu nie trzeba ciągle dopisywać -n &lt;namespace&gt;.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86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87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Demo: dwa namespace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88" name="Rounded Rectangle 5"/>
          <p:cNvSpPr/>
          <p:nvPr/>
        </p:nvSpPr>
        <p:spPr>
          <a:xfrm>
            <a:off x="1143000" y="1600200"/>
            <a:ext cx="9875160" cy="20113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Courier New"/>
              </a:rPr>
              <a:t>kubectl create namespace qa-blue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Courier New"/>
              </a:rPr>
              <a:t>kubectl create namespace qa-green</a:t>
            </a: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endParaRPr b="0" lang="pl-PL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Courier New"/>
              </a:rPr>
              <a:t>kubectl get ns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1280160" y="416052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5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Dwa namespace pozwalają pokazać izolację zasobów i wygodę pracy z kubens.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92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3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Demo: ta sama nazwa aplikacji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94" name="Rounded Rectangle 5"/>
          <p:cNvSpPr/>
          <p:nvPr/>
        </p:nvSpPr>
        <p:spPr>
          <a:xfrm>
            <a:off x="868680" y="1645920"/>
            <a:ext cx="10469520" cy="32000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kubens qa-blue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kubectl create deployment app --image=nginx:1.27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kubens qa-green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kubectl create deployment app --image=busybox:1.36 -- sleep 3600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1188720" y="5166360"/>
            <a:ext cx="9783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8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Ta sama nazwa Deploymentu może istnieć w różnych namespace.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98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9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kubectx — przełączanie kontekstu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00" name="Rounded Rectangle 5"/>
          <p:cNvSpPr/>
          <p:nvPr/>
        </p:nvSpPr>
        <p:spPr>
          <a:xfrm>
            <a:off x="1143000" y="1828800"/>
            <a:ext cx="9875160" cy="9140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Courier New"/>
              </a:rPr>
              <a:t>kubectx</a:t>
            </a:r>
            <a:endParaRPr b="0" lang="pl-PL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Courier New"/>
              </a:rPr>
              <a:t>kubectx &lt;context-name&gt;</a:t>
            </a:r>
            <a:endParaRPr b="0" lang="pl-PL" sz="2800" spc="-1" strike="noStrike">
              <a:latin typeface="Arial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1554480" y="3291840"/>
            <a:ext cx="91436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kontekst to zwykle konkretny klaster i dane dostępowe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przydatne, gdy pracujemy z wieloma klastrami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w naszych labach wystarczy wiedzieć, do czego służy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04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05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Sprzątanie po demo kubens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06" name="Rounded Rectangle 5"/>
          <p:cNvSpPr/>
          <p:nvPr/>
        </p:nvSpPr>
        <p:spPr>
          <a:xfrm>
            <a:off x="1874520" y="2148840"/>
            <a:ext cx="8412120" cy="118836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700" spc="-1" strike="noStrike">
                <a:solidFill>
                  <a:srgbClr val="ffffff"/>
                </a:solidFill>
                <a:latin typeface="Courier New"/>
              </a:rPr>
              <a:t>kubectl delete namespace qa-blue</a:t>
            </a:r>
            <a:endParaRPr b="0" lang="pl-PL" sz="2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700" spc="-1" strike="noStrike">
                <a:solidFill>
                  <a:srgbClr val="ffffff"/>
                </a:solidFill>
                <a:latin typeface="Courier New"/>
              </a:rPr>
              <a:t>kubectl delete namespace qa-green</a:t>
            </a:r>
            <a:endParaRPr b="0" lang="pl-PL" sz="2700" spc="-1" strike="noStrike"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1280160" y="38862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9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Usunięcie namespace usuwa wszystkie obiekty utworzone w jego ramach.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10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1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Do zapamiętania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2" name="Rounded Rectangle 5"/>
          <p:cNvSpPr/>
          <p:nvPr/>
        </p:nvSpPr>
        <p:spPr>
          <a:xfrm>
            <a:off x="822960" y="1874520"/>
            <a:ext cx="301716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</a:rPr>
              <a:t>k9s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4160520" y="1993320"/>
            <a:ext cx="7040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szybki podgląd klastra i logów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14" name="Rounded Rectangle 7"/>
          <p:cNvSpPr/>
          <p:nvPr/>
        </p:nvSpPr>
        <p:spPr>
          <a:xfrm>
            <a:off x="822960" y="2971800"/>
            <a:ext cx="301716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</a:rPr>
              <a:t>kubens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115" name="TextBox 8"/>
          <p:cNvSpPr/>
          <p:nvPr/>
        </p:nvSpPr>
        <p:spPr>
          <a:xfrm>
            <a:off x="4160520" y="3090600"/>
            <a:ext cx="7040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szybkie przełączanie namespace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16" name="Rounded Rectangle 9"/>
          <p:cNvSpPr/>
          <p:nvPr/>
        </p:nvSpPr>
        <p:spPr>
          <a:xfrm>
            <a:off x="822960" y="4069080"/>
            <a:ext cx="301716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</a:rPr>
              <a:t>kubectx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117" name="TextBox 10"/>
          <p:cNvSpPr/>
          <p:nvPr/>
        </p:nvSpPr>
        <p:spPr>
          <a:xfrm>
            <a:off x="4160520" y="4187880"/>
            <a:ext cx="7040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szybkie przełączanie kontekstu klastra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2026-06-09T22:50:59Z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